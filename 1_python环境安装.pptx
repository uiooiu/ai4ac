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编程环境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0390" y="1219200"/>
            <a:ext cx="4570095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1) </a:t>
            </a:r>
            <a:r>
              <a:rPr lang="zh-CN" altLang="en-US"/>
              <a:t>下载</a:t>
            </a:r>
            <a:r>
              <a:rPr lang="en-US" altLang="zh-CN">
                <a:sym typeface="+mn-ea"/>
              </a:rPr>
              <a:t>miniconda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从https://repo.anaconda.com/miniconda/</a:t>
            </a:r>
            <a:r>
              <a:rPr lang="en-US" altLang="zh-CN"/>
              <a:t>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下载</a:t>
            </a:r>
            <a:r>
              <a:rPr lang="zh-CN"/>
              <a:t>正确版本</a:t>
            </a:r>
            <a:r>
              <a:rPr lang="en-US" altLang="zh-CN"/>
              <a:t>(windows</a:t>
            </a:r>
            <a:r>
              <a:rPr lang="zh-CN" altLang="en-US"/>
              <a:t>系统选第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2) </a:t>
            </a:r>
            <a:r>
              <a:rPr lang="zh-CN" altLang="en-US">
                <a:sym typeface="+mn-ea"/>
              </a:rPr>
              <a:t>安装</a:t>
            </a:r>
            <a:r>
              <a:rPr lang="en-US" altLang="zh-CN">
                <a:sym typeface="+mn-ea"/>
              </a:rPr>
              <a:t>miniconda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本机系统中双击</a:t>
            </a:r>
            <a:r>
              <a:rPr lang="en-US" altLang="zh-CN"/>
              <a:t>“Miniconda3-latest-Windows-x86_64.exe”</a:t>
            </a:r>
            <a:r>
              <a:rPr lang="zh-CN" altLang="en-US"/>
              <a:t>进入安装界面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3) </a:t>
            </a:r>
            <a:r>
              <a:rPr lang="zh-CN" altLang="en-US"/>
              <a:t>安装</a:t>
            </a:r>
            <a:r>
              <a:rPr lang="en-US" altLang="zh-CN"/>
              <a:t>python</a:t>
            </a:r>
            <a:r>
              <a:rPr lang="zh-CN" altLang="en-US"/>
              <a:t>依赖包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windows</a:t>
            </a:r>
            <a:r>
              <a:rPr lang="zh-CN" altLang="en-US"/>
              <a:t>命令行窗口执行下面指令</a:t>
            </a:r>
            <a:r>
              <a:rPr lang="en-US" altLang="zh-CN"/>
              <a:t>(“&gt;”</a:t>
            </a:r>
            <a:r>
              <a:rPr lang="zh-CN" altLang="en-US"/>
              <a:t>后面的部分</a:t>
            </a:r>
            <a:r>
              <a:rPr lang="en-US" altLang="zh-CN"/>
              <a:t>)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&gt; conda install </a:t>
            </a:r>
            <a:r>
              <a:rPr lang="zh-CN" altLang="en-US"/>
              <a:t>pandas numpy scikit-learn matplotlib seaborn</a:t>
            </a:r>
            <a:r>
              <a:rPr lang="en-US" altLang="zh-CN"/>
              <a:t> jupyter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6019800"/>
            <a:ext cx="5547360" cy="6235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60" y="990600"/>
            <a:ext cx="5499100" cy="9791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15" y="2743200"/>
            <a:ext cx="3283585" cy="25450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98415" y="22377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：安装导航界面中都选</a:t>
            </a:r>
            <a:r>
              <a:rPr lang="en-US" altLang="zh-CN" sz="1600">
                <a:sym typeface="+mn-ea"/>
              </a:rPr>
              <a:t>Next</a:t>
            </a:r>
            <a:r>
              <a:rPr lang="zh-CN" altLang="en-US" sz="1600">
                <a:sym typeface="+mn-ea"/>
              </a:rPr>
              <a:t>，其中安装目录及环境如图</a:t>
            </a:r>
            <a:endParaRPr lang="en-US" altLang="zh-CN" sz="16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98415" y="5547995"/>
            <a:ext cx="6504305" cy="843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3</a:t>
            </a:r>
            <a:r>
              <a:rPr lang="zh-CN" altLang="en-US" sz="1600">
                <a:sym typeface="+mn-ea"/>
              </a:rPr>
              <a:t>：</a:t>
            </a:r>
            <a:r>
              <a:rPr lang="en-US" altLang="zh-CN" sz="1600">
                <a:sym typeface="+mn-ea"/>
              </a:rPr>
              <a:t>Win+R</a:t>
            </a:r>
            <a:r>
              <a:rPr lang="zh-CN" altLang="en-US" sz="1600">
                <a:sym typeface="+mn-ea"/>
              </a:rPr>
              <a:t>键的弹出窗口中输入</a:t>
            </a:r>
            <a:r>
              <a:rPr lang="en-US" altLang="zh-CN" sz="1600">
                <a:sym typeface="+mn-ea"/>
              </a:rPr>
              <a:t>cmd</a:t>
            </a:r>
            <a:r>
              <a:rPr lang="zh-CN" altLang="en-US" sz="1600">
                <a:sym typeface="+mn-ea"/>
              </a:rPr>
              <a:t>，然后输入依赖包安装指令</a:t>
            </a:r>
            <a:r>
              <a:rPr lang="en-US" altLang="zh-CN" sz="1600">
                <a:sym typeface="+mn-ea"/>
              </a:rPr>
              <a:t>(</a:t>
            </a:r>
            <a:r>
              <a:rPr lang="zh-CN" altLang="en-US" sz="1600">
                <a:sym typeface="+mn-ea"/>
              </a:rPr>
              <a:t>如图</a:t>
            </a:r>
            <a:r>
              <a:rPr lang="en-US" altLang="zh-CN" sz="1600">
                <a:sym typeface="+mn-ea"/>
              </a:rPr>
              <a:t>)</a:t>
            </a:r>
            <a:endParaRPr lang="en-US" altLang="zh-CN" sz="16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743200"/>
            <a:ext cx="3333115" cy="25831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Y2NjNjI5MzY3YTYzYjU3MjAzMDc4ZTFmZTBhMjFkND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WPS 演示</Application>
  <PresentationFormat>宽屏</PresentationFormat>
  <Paragraphs>17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陈惠</cp:lastModifiedBy>
  <cp:revision>158</cp:revision>
  <dcterms:created xsi:type="dcterms:W3CDTF">2019-06-19T02:08:00Z</dcterms:created>
  <dcterms:modified xsi:type="dcterms:W3CDTF">2025-03-23T14:13:37Z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3379617443A04E4DA372DEFA535B1B9C_13</vt:lpwstr>
  </property>
</Properties>
</file>